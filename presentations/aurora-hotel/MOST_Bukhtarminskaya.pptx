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Дека построена так: сначала образ и весь визуальный ряд, объяснения после. Если во время показа кадров спросят «а где это» — ответить одной фразой устно (свободный участок 1,4 га на Бухтарминской, деловое окружение) и не перескакивать на слайд 17, он и так впереди.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содержательный слайд: дека открывается образом, а не анализом. Задаёт тон всему показу.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начинается объяснительная часть: до этого показывали объект, дальше отвечаем где, как село и сколько.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Посадка показана объёмом, а не чертежом: два корпуса, кольцевой проезд, стоянки по периметру, рядовая посадка деревьев. Так читается за пять секунд, чертёж этого не даёт.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55" y="932688"/>
            <a:ext cx="5873410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2026-08-31T10:45:49Z</dcterms:created>
  <dcterms:modified xsi:type="dcterms:W3CDTF">2026-08-31T10:45:49Z</dcterms:modified>
</cp:coreProperties>
</file>