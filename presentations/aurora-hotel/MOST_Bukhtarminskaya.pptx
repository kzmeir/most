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concept. Объект: гостиничный комплекс с бизнес-центром, ул. Бухтарминская, участок 1,4 га.
Адресат на титуле не указан — дека универсальна.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мысль: город ничего не теряет. Территория пустая, никого не сносим и не расселяем.
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намеренно без текста — картинка говорит сама, объяснение проговаривается устно.
Панорама хребта, которая открывается с участка, — исходная линия проекта: ломаная гряда в три шага сглаживается до горизонтальных лент перекрытий.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Конкретика посадки. Отступы вынесены на чертёж генплана от 31.08, не пересчитывались.
Отступ с северо-востока вырос с 3,00 до 15,33 м — если спросят про изменения, это главное улучшение посадки.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картинка вместо объяснений: первый этаж — общественная функция на город, выше — номера и офисы.
Зелёный: лобби, рестораны, конференц-залы, спа и фитнес, технические помещения — 4 483,04 м².
Жёлтый: номерной фонд, этажи 2–5 — 7 665,29 м², 280 номеров.
Бордовый: бизнес-центр, этажи 2–5 — 4 895,11 м².
Главный тезис для акимата: весь первый этаж работает на город, а не только на постояльцев.
На схеме бизнес-центр показан отдельным стаканом. Часть его площадей — около 2 000 м² — фактически лежит на верхних этажах гостиничного корпуса; на схеме это не выделено.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фасад.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Лобби-лаунж.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Переговорная.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Коворкинг.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Фитнес.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Номер.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Общественная терраса.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Бизнес-центр — новая функция в составе комплекса, для акимата это постоянные рабочие места вне сезона.
Этажность на рендере и на генплане совпадает: пять этажей.
Голубым на генплане показана только выступающая часть бизнес-центра — 866 м² пятна. Остальные примерно 2 000 м² он занимает на верхних этажах гостиничного корпуса, поэтому 4 895,11 м² по ТЭП сходятся. Если спросят, где остальной объём, — ответ такой.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 бизнес-центра.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Офисный этаж.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Вечерний вид.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ТЭП сознательно стоят здесь, а не в начале: сначала история, потом цифры.
Готовность к вопросу: 22 415,20 = 5 этажей × 4 483,04. В ТЭП генплана стоит полезная площадь 17 043,44 (4 483,04 + 7 665,29 + 4 895,11) — она не включает коридоры, узлы и техпомещения. Разница 5 371,76 м². Показывать надо общую: полезную площадь на градсовете не рассматривают.
280 номеров = 7 665,29 чистых при среднем модуле 27,4 м². Диапазон по заданию 250–300 выдержан.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
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комплекс с бизнес-центром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г. алматы, ул. бухтарминская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и окружение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home/user/most/presentations/aurora-hotel/assets/situation_n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60120"/>
            <a:ext cx="6766560" cy="5074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144768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Синим — граница участка, красным — границы смежных землепользований.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выведена из силуэта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home/user/most/presentations/aurora-hotel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home/user/most/presentations/aurora-hotel/assets/genplan_ne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3445" y="1097280"/>
            <a:ext cx="6052279" cy="5212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903720" y="1051560"/>
            <a:ext cx="4721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ЗАПАД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083982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15,33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083982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СЕВЕРО-ВОСТОК</a:t>
            </a:r>
            <a:endParaRPr lang="en-US" sz="750" dirty="0"/>
          </a:p>
        </p:txBody>
      </p:sp>
      <p:sp>
        <p:nvSpPr>
          <p:cNvPr id="11" name="Text 8"/>
          <p:cNvSpPr txBox="1"/>
          <p:nvPr/>
        </p:nvSpPr>
        <p:spPr>
          <a:xfrm>
            <a:off x="9264244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17,49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9264244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ВОСТОК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10444505" y="1325880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</a:t>
            </a:r>
            <a:pPr indent="0" marL="0">
              <a:buNone/>
            </a:pPr>
            <a:r>
              <a:rPr lang="en-US" sz="9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0444505" y="1655064"/>
            <a:ext cx="118026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00"/>
              </a:lnSpc>
              <a:buNone/>
            </a:pPr>
            <a:r>
              <a:rPr lang="en-US" sz="750" spc="2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ЮГ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6903720" y="2148840"/>
            <a:ext cx="472104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03720" y="2350008"/>
            <a:ext cx="4721047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корпус вытянут вдоль участка и раскрыт во внутренний двор; бизнес-центр замыкает композицию с юго-востока.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застройки: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стоянки вынесены на периметр и во внутренний двор, вне пятна застройки.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</p:txBody>
      </p:sp>
      <p:pic>
        <p:nvPicPr>
          <p:cNvPr id="17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ЗОНИРОВАНИЕ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функций по этажам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pic>
        <p:nvPicPr>
          <p:cNvPr id="5" name="Image 0" descr="/home/user/most/presentations/aurora-hotel/assets/zo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_gr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ЛОББИ-ЛАУНЖ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nfere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oard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ПЕРЕГОВОРНАЯ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work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КОВОРКИНГ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gy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ФИТНЕС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БИЗНЕС-ЦЕНТРА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offi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ОФИСНЫЙ ЭТАЖ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nigh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ВЕЧЕРНИЙ ВИД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КОМПЛЕКСА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КАТЕГОРИИ 4 ЗВЕЗДЫ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НАДЗЕМНАЯ ПЛОЩАДЬ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26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4 981,16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23697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3558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35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4 483,04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3558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66674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78561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фонд, нетто (этажи 2–5)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7856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7 665,29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785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номеров, средний модуль 27,4 м²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09651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21538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Бизнес-центр, нетто (этажи 2–5)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42153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4 895,11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42153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21,8 % надземной площади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52628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6451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Коридоры, узлы и техпомещения (расчётно)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645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5 371,76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645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этажа 0,70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495604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5074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22 415,20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385816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5504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м/м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5504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чертежу генплана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81558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с пометкой «расчётно» получена расчётом бюро: в ТЭП генплана указана только полезная площадь.</a:t>
            </a:r>
            <a:endParaRPr lang="en-US" sz="800" dirty="0"/>
          </a:p>
        </p:txBody>
      </p:sp>
      <p:pic>
        <p:nvPicPr>
          <p:cNvPr id="43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границ: 6,00 м с запада и юга, 15,33 м с северо-востока, 17,49 м с востока.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гостиничному корпусу и бизнес-центру,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35,6 %, коэффициент использования территории 1,60.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раздельно для гостиницы и бизнес-центра; на генплане предусмотрено 102 наземных места.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 технических и хозяйственных помещений первого этажа уточняется на стадии эскизного проекта.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электроснабжение; расчёты инсоляции и шума.</a:t>
            </a:r>
            <a:endParaRPr lang="en-US" sz="1050" dirty="0"/>
          </a:p>
        </p:txBody>
      </p:sp>
      <p:pic>
        <p:nvPicPr>
          <p:cNvPr id="11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2026-08-31T10:20:06Z</dcterms:created>
  <dcterms:modified xsi:type="dcterms:W3CDTF">2026-08-31T10:20:06Z</dcterms:modified>
</cp:coreProperties>
</file>