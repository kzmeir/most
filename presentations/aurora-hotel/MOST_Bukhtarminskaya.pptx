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
Логика показа: два листа контекста — где участок и как село, — затем образ и весь визуальный ряд, и только после него схемы, материалы и цифры.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лист: коротко отвечаем «где», чтобы дальше этот вопрос не всплывал посреди визуального ряда.
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Чертёж генплана: два корпуса, кольцевой проезд, стоянки по периметру, рядовая посадка деревьев.
Выносные размеры на чертеже словами не подтверждать — если спросят конкретные отступы, сказать, что уточняются, и не называть цифру.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 от контекста к образу: дальше идут только кадры. Задаёт тон всему визуальному ряду.
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ВНИМАНИЕ: схема отрисована по прежней программе. По текущей второй этаж отеля занимает конференц-блок, номера остались на 3–5 этажах, бизнес-центр вырос. Схему надо перерисовать до показа, иначе она противоречит слайду показателей.
Жёлтый: номерной фонд — 4 616,00 м², 150 номеров на этажах 3–5.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
Стоит рядом с зонированием: там разбор по функциям, здесь — по материалам.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после всего визуального ряда: сначала показали объект, теперь считаем.
Готовность к вопросу: 22 415,20 = 5 этажей × 4 483,04. Полезная площадь 17 043,44 не включает коридоры, узлы и техпомещения — разница 5 371,76 м². Показывать надо общую.
150 номеров: 140 стандартных по 27,4 м² на этажах 3–4 и на пятом 8 люксов по 60 м² плюс два президентских по 150 м². Доля номеров повышенной категории 6,7 % — практика 4 звезды 6–12 %.
Ёмкость снижена сознательно, обоснование на следующем слайде — не оправдываться, а вести.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отвечает на вопрос, который задают первым: почему так мало номеров.
Ответ: ёмкость выбрана ниже рыночной нормы сознательно. Брендовый отель 4 звезды в Алматы — это 190–230 номеров, рынок поглощает 150–300 номеров в год. Проект берёт 150 — менее года ёмкости поглощения и 1,23 % фонда города.
Готовность к вопросу о риске загрузки: 69,5 % в 2024 — рекорд, среднее за девять лет 54 %. Если спросят про устойчивость этого уровня — отвечать структурой объекта, а не спором о процентах: от суточной загрузки зависит лишь 27 % полезной площади, остальное это аренда бизнес-центра и событийная сдача конференц-блока.
Если спросят про риск загрузки — переходить к следующему слайду, там ответ по структуре выручки.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08" y="932688"/>
            <a:ext cx="5896704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737"/>
            <a:ext cx="12191695" cy="68614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28288"/>
            <a:ext cx="12191695" cy="811457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6348"/>
            <a:ext cx="12191695" cy="813069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9314" y="0"/>
            <a:ext cx="12290323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449417"/>
            <a:ext cx="12191695" cy="975683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449417"/>
            <a:ext cx="12191695" cy="975683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737"/>
            <a:ext cx="12191695" cy="68614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НОМЕРА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670048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7249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724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724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02666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1409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1409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1409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44271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5570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Конференц-блок, нетто (этаж 2)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1 916,32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на 600–700 мест с фойе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385876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39730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3–5)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39730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4 616,00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9730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номеров, средний модуль 30,8 м²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27482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3891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6 028,08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26,9 % надземной площади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6908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48051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48051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48051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0692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2212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2212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2212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2297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563727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897880" y="56372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458200" y="56372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593902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7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Обоснование номерного фонда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РЫНКА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pPr indent="0" marL="0">
              <a:buNone/>
            </a:pP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В ПРОЕКТЕ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– 230</a:t>
            </a:r>
            <a:pPr indent="0" marL="0">
              <a:buNone/>
            </a:pP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СЛОЖИВШАЯСЯ ЁМКОСТЬ БРЕНДОВОГО ОТЕЛЯ 4 ЗВЕЗДЫ В АЛМАТЫ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– 300</a:t>
            </a:r>
            <a:pPr indent="0" marL="0">
              <a:buNone/>
            </a:pP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В ГОД — СКОРОСТЬ ПОГЛОЩЕНИЯ РЫНКОМ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+ 79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ТУРИСТИЧЕСКОГО ПОТОКА АЛМАТЫ ЗА 2016–2024 ГОДЫ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306324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СОПОСТАВИМЫЕ ОТЕЛИ АЛМАТЫ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410712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61188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Novotel Almaty City Center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465576" y="3611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звезды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745736" y="36118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922776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405079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 Inn Almaty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465576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звезды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745736" y="40507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361688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" y="44897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Rixos Almaty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465576" y="44897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звёзд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45736" y="44897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237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4800600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5056632"/>
            <a:ext cx="5157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заходит ниже сложившейся ёмкости рынка: 150 номеров это 1,23 % номерного фонда Алматы и менее года ёмкости поглощения. Запас взят сознательно.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528816" y="306324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ГОВОРИТ РЫНОК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528816" y="3410712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28816" y="3611880"/>
            <a:ext cx="51572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Туристический поток Алматы вырос с 1,72 до 3,08 млн человек за 2016–2024 годы — в среднем 7,5 % в год.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гостиниц поднялась с 54,9 % до 69,5 % — рекорд рынка. Признаков системного перегрева нет.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вышел из восстановительной фазы и перешёл в стадию органического роста спроса.</a:t>
            </a:r>
            <a:endParaRPr lang="en-US" sz="1100" dirty="0"/>
          </a:p>
        </p:txBody>
      </p:sp>
      <p:pic>
        <p:nvPicPr>
          <p:cNvPr id="32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2026-08-31T14:52:56Z</dcterms:created>
  <dcterms:modified xsi:type="dcterms:W3CDTF">2026-08-31T14:52:56Z</dcterms:modified>
</cp:coreProperties>
</file>