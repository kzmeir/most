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посадки: два объёма, кольцевой проезд, стоянки по периметру, рядовая посадка деревьев.
Отступы от границ на слайд намеренно не вынесены — цифры на чертеже уточняются. Если спросят конкретные значения, ссылаться на чертёж генплана, своих цифр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Комплекс с высоты.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08" y="932688"/>
            <a:ext cx="5896704" cy="5440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78040" y="1024128"/>
            <a:ext cx="4446727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С ВЫСОТЫ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 уточняются по чертежу генерального плана.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2026-08-31T10:33:13Z</dcterms:created>
  <dcterms:modified xsi:type="dcterms:W3CDTF">2026-08-31T10:33:13Z</dcterms:modified>
</cp:coreProperties>
</file>