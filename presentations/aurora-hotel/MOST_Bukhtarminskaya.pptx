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
По снимку видно окружение: промышленный пояс и железнодорожная магистраль с северо-востока, зелёные склоны и частный сектор с запада. Жилая застройка к участку не примыкает.
Если спросят про шум от железной дороги — расчёт шума вынесен в приложение как задача стадии ЭП, самому эту тему не поднимать.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Конкретика посадки. Отступы вынесены на чертёж генплана от 31.08, не пересчитывались.
Отступ с северо-востока вырос с 3,00 до 15,33 м — если спросят про изменения, это главное улучшение посадки.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Жёлтый: номерной фонд, этажи 2–5 — 7 665,29 м², 280 номеров.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Комплекс с высоты.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ТЭП сознательно стоят здесь, а не в начале: сначала история, потом цифры.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1563"/>
            <a:ext cx="6766560" cy="47828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012469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Оранжевым — проектируемый участок в структуре городской застройки.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445" y="1097280"/>
            <a:ext cx="6052279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1051560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083982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15,33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83982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264244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64244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0444505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444505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903720" y="21488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350008"/>
            <a:ext cx="4721047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1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a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 С ВЫСОТЫ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границ: 6,00 м с запада и юга, 15,33 м с северо-востока, 17,49 м с востока.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2026-08-31T10:28:24Z</dcterms:created>
  <dcterms:modified xsi:type="dcterms:W3CDTF">2026-08-31T10:28:24Z</dcterms:modified>
</cp:coreProperties>
</file>