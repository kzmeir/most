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
Адресат на титуле не указан — дека универсальна.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город ничего не теряет. Территория пустая, никого не сносим и не расселяем.
По снимку видно окружение: промышленный пояс и железнодорожная магистраль с северо-востока, зелёные склоны и частный сектор с запада. Жилая застройка к участку не примыкает.
Если спросят про шум от железной дороги — расчёт шума вынесен в приложение как задача стадии ЭП, самому эту тему не поднимать.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Посадка показана объёмом, а не чертежом: два корпуса, кольцевой проезд, стоянки по периметру, рядовая посадка деревьев. Так читается за пять секунд, чертёж этого не даёт.
Отступы от границ на слайд намеренно не вынесены — цифры на чертеже уточняются. Если спросят конкретные значения, ссылаться на чертёж генплана, своих цифр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Жёлтый: номерной фонд, этажи 2–5 — 7 665,29 м², 280 номеров.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идут сразу после зонирования: схема называет функции, таблица их считает. Дальше только картинки.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 с бизнес-центром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01563"/>
            <a:ext cx="6766560" cy="47828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012469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Оранжевым — проектируемый участок в структуре городской застройки.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aer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55" y="932688"/>
            <a:ext cx="5873410" cy="5440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78040" y="1024128"/>
            <a:ext cx="4446727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 уточняются по чертежу генерального плана.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2026-08-31T10:36:29Z</dcterms:created>
  <dcterms:modified xsi:type="dcterms:W3CDTF">2026-08-31T10:36:29Z</dcterms:modified>
</cp:coreProperties>
</file>