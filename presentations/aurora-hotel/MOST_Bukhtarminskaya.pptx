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Логика показа: два листа контекста — где участок и как село, — затем образ и весь визуальный ряд, и только после него схемы, материалы и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лист: коротко отвечаем «где», чтобы дальше этот вопрос не всплывал посреди визуального ряда.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Чертёж генплана: два корпуса, кольцевой проезд, стоянки по периметру, рядовая посадка деревьев.
Выносные размеры на чертеже словами не подтверждать — если спросят конкретные отступы, сказать, что уточняются, и не называть цифру.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 от контекста к образу: дальше идут только кадры. Задаёт тон всему визуальному ряду.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08" y="932688"/>
            <a:ext cx="5896704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2026-08-31T11:04:39Z</dcterms:created>
  <dcterms:modified xsi:type="dcterms:W3CDTF">2026-08-31T11:04:39Z</dcterms:modified>
</cp:coreProperties>
</file>