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 от 31.08, не пересчитывались.
Отступ с северо-востока вырос с 3,00 до 15,33 м — если спросят про изменения, это главное улучшение посадки.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situatio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766560" cy="5074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144768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445" y="1097280"/>
            <a:ext cx="6052279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15,33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1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15,33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2026-08-31T09:44:35Z</dcterms:created>
  <dcterms:modified xsi:type="dcterms:W3CDTF">2026-08-31T09:44:35Z</dcterms:modified>
</cp:coreProperties>
</file>