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Расхождение по площади: пятно голубого объёма на генплане 866 м², это 3 464 м² на этажах 2–5 и около 2 770 м² полезной при КПД офиса 0,80. В ТЭП заявлено 4 895,11 м². Либо увеличивать пятно примерно до 1 530 м², либо поднимать этажность бизнес-центра, либо корректировать ТЭП. Снять до градсовета: цифра и картинка должны сходиться.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45" y="1097280"/>
            <a:ext cx="6052279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2026-08-31T09:01:04Z</dcterms:created>
  <dcterms:modified xsi:type="dcterms:W3CDTF">2026-08-31T09:01:04Z</dcterms:modified>
</cp:coreProperties>
</file>