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 (отмечена на нижней шкале).
Объект: гостиничный комплекс 4 звезды, ул. Бухтарминская, участок 1,4 га, два корпуса по 5 этажей и подземный этаж, общая площадь 27 521,32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Красным на схеме — границы смежных землепользований, синим — граница участка.
АЗС: на чертеже генплана от неё прочерчена дуга радиусом 50 м. По замеру чертежа ближайший угол пятна застройки лежит практически на этой линии — в пределах точности чертежа.
ГОТОВНОСТЬ К ВОПРОСУ: размер санитарно-защитной зоны АЗС зависит от типа станции (отпускается ли газовое моторное топливо) и устанавливается по действующим Санитарным правилам РК. Категорию действующей АЗС и её установленную СЗЗ нужно подтвердить до градсовета: если зона окажется больше 50 м, потребуется проект СЗЗ с расчётом рассеивания либо корректировка посадки северного корпуса.
Район города и кадастровый номер — данные заказчика,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Отступы 6,00 / 3,00 / 17,49 / 6,00 м вынесены на чертёж генплана.
Типовой вопрос — пожарный проезд: контур замкнут вокруг пятна застройки.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 ТЭП генплана взяты без изменений: участок, застройка, 1-й этаж, площадь номеров.
РАСЧЁТ БЮРО: коридоры и узлы этажей 2–5 = 12 693,32 / 0,70 − 12 693,32 = 5 439,99 м² (коэффициент планировочной эффективности номерного этажа 0,70). Подземный этаж принят равным пятну застройки 4 941,11 м².
Отсюда: надземная часть 4 446,9 + 18 133,31 = 22 580,21 м²; с подземным этажом 27 521,32 м².
Коэффициенты: 4941,11/14000 = 35,3 %; 22580,21/14000 = 1,61; 14000−4941,11 = 9 058,89 м² = 64,7 %.
Если акимат спросит — обе расчётные строки помечены, точные значения дадут планировки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со стороны главного входа: круговой подъезд, входной портик, два корпуса по 5 этажей.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Вестибюль двойной высоты с раскрытием на панораму хребта.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 первого этажа: панорамное остекление, выход на открытую террасу в сад, раскрытие на хребет. Работает и на город, не только на постояльцев.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 первого этажа: естественный свет и раскрытие в сад по одной стороне. Площадка для деловых мероприятий и городских событий — сегмент, который держит загрузку вне туристического сезона.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номер раскрыт на панораму города и Заилийского Алатау, с собственным балконом на озеленённой ленте фасада.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Озеленённые террасы на лентах балконов, раскрытие на город и горы.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архитектурного блока: форма не произвольная, она выведена из силуэта хребта, который виден с участка.
Отсюда же следует отказ от высотности — здание держит горизонталь панорамы.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градсовета: сознательный отказ от высотности. При 1,4 га можно было поставить башню — вместо этого пять этажей и раскрытие видов.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4 446,9 м² — из ТЭП. 4446,9 / 22 580,21 надземной = 19,7 %.
Набор общественных функций — предложение бюро; окончательный состав за заказчиком и оператором.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400–450 номеров — оценка бюро, а не утверждённая цифра. Так и формулировать.
База: 12 693,32 м² чистой площади номеров ÷ 28–32 м² на номер = 397–453.
12 693,32 / 22 580,21 надземной = 56,2 %. Номерные этажи брутто 18 133,31 / 4 = 4 533,33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м² = 14 000 − 4 941,11. Это территория вне пятна застройки, включая проезды.
Отдельную долю озеленения не называть — баланс территории даётся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визуализированном генплане читаются: рампа под корпусом со шлагбаумом (подземный паркинг) и ряд наземных гостевых мест вдоль западной кромки.
Вместимость подземного паркинга по чертежу не считается — подтвердить у заказчика и вписать в плашку до показа. Это первый вопрос акимата.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колонка — только то, что читается с генплана, ничего не приписано.
Правая — честный перечень открытых вопросов. Для градсовета это сильнее, чем заявление о полном соответствии всем нормам.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240–315 рабочих мест — расчёт от отраслевого ориентира 0,6–0,7 сотрудника на номер для гостиниц 4 звезды, применённого к оценке 400–450 номеров. Это оценка, не факт.
Четыре поля справа обязательно заполнить данными заказчика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Контактный лист. QR ведёт на most-a.com.
Устно на этом слайде — три запроса к акимату: одобрить архитектурно-градостроительную концепцию, выдать АПЗ для перехода к эскизному проекту, определить технические условия на подключение к инженерным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Расположение и градостроительный контекст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053328" cy="45445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596128"/>
            <a:ext cx="6053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 в контексте квартала. 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896112"/>
            <a:ext cx="4721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расположен вдоль ул. Бухтарминской и имеет форму вытянутого треугольника. С северо-востока он выходит на улицу, с запада и юга ограничен внутриквартальными проездами.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903720" y="205740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24028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свободна от капитальной застройки — снос и расселение не требуются.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 деловое и производственное: АЗС, склады, коммерческие объекты. Жилая застройка не примыкает вплотную.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по всему периметру существующими проездами — новых транзитных связей не требуется.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выход на ул. Бухтарминскую обеспечивает подъезд гостей и транспорта обслуживания.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от участка, через внутриквартальный проезд, — действующая АЗС. На генплане от неё прочерчена зона радиусом 50 м; её граница проходит по северному краю пятна застройки.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903720" y="4773168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4956048"/>
            <a:ext cx="22690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5376672"/>
            <a:ext cx="22690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ЗЕМЕЛЬНОГО УЧАСТКА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4956048"/>
            <a:ext cx="2360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5376672"/>
            <a:ext cx="23605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ДЕЙСТВУЮЩЕЙ АЗС</a:t>
            </a:r>
            <a:endParaRPr lang="en-US" sz="800" dirty="0"/>
          </a:p>
        </p:txBody>
      </p:sp>
      <p:pic>
        <p:nvPicPr>
          <p:cNvPr id="1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комплекса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 По периметру застройки — кольцевой проезд, между проездом и границей полоса озеленения.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9202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048256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ЗАСТРОЙКИ ОТ ГРАНИЦ УЧАСТКА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8083982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83982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444505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444505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903720" y="31089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29184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организован в западной части участка, со стороны внутриквартального проезда.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 участка.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050" dirty="0"/>
          </a:p>
        </p:txBody>
      </p:sp>
      <p:pic>
        <p:nvPicPr>
          <p:cNvPr id="19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Технико-экономические показатели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ТЭП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 генерального плана дополнены расчётом коридоров номерных этажей и подземного этажа — в исходных ТЭП они не выделены.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33172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лестнично-лифтовые узлы и служебные помещения этажей 2–5 рассчитаны от площади номеров при коэффициенте планировочной эффективности 0,70.</a:t>
            </a:r>
            <a:endParaRPr lang="en-US" sz="1000" dirty="0"/>
          </a:p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 / 0,70 = 18 133,31 м² номерных этажей; из них коридоры и узлы — 5 439,99 м².</a:t>
            </a:r>
            <a:endParaRPr lang="en-US" sz="1000" dirty="0"/>
          </a:p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этаж принят в габаритах пятна застройки — 4 941,11 м². Уточняется на стадии эскизного проекта.</a:t>
            </a:r>
            <a:endParaRPr lang="en-US" sz="1000" dirty="0"/>
          </a:p>
          <a:p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 1,61 — 22 580,21 м² надземной части на 14 000 м².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60120"/>
          <a:ext cx="6949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земельного участка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 га (14 000 м²)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застройки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Подземный этаж — паркинг (расчётно)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1-го этажа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4 446,9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номеров, нетто (этажи 2–5)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12 693,32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Коридоры и узлы этажей 2–5 (расчётно)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5 439,99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Надземная часть, всего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22 580,21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Общая площадь с подземным этажом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27 521,32 м²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Этажность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этажей + подземный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09160" y="4864608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общие ТЭП генерального плана. Строки с пометкой «расчётно» — расчёт бюро.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230368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650992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025640" y="5230368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1,61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25640" y="5650992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9342120" y="5230368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342120" y="5650992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1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Въездная группа со стороны ул. Бухтарминской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зона приёма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первого этажа с выходом в сад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заседаний первого этажа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с балконом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ПРОСТРАНСТВА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Терраса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линия проекта — панорама Заилийского Алатау, которая открывается с участка. Ломаная гряда последовательно сглаживается до плавных горизонталей и переходит в ленты перекрытий: здание читается как продолжение ландшафта, а не как объект, поставленный перед ним.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324612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4290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шага абстракции: линия хребта — сглаженный контур — ленты перекрытий.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высота лент повторяет ритм гряды: объём нарастает к центру и опадает к краям.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ярусов держат горизонталь и не конкурируют с панорамой.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формы: от силуэта Заилийского Алатау к лентам перекрытий.</a:t>
            </a:r>
            <a:endParaRPr lang="en-US" sz="800" dirty="0"/>
          </a:p>
        </p:txBody>
      </p:sp>
      <p:pic>
        <p:nvPicPr>
          <p:cNvPr id="11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Объёмно-пространственное решение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 ВМЕСТО ВЫСОТЫ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набран горизонтальными лентами перекрытий с плавными скруглениями. Пять этажей вместо башни: комплекс не спорит с панорамой гор и не перекрывает виды соседней застройки. Ленты балконов и террас озеленены по всей длине — зелень становится частью фасада, а не только партера.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8346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Сомасштабность: 5 этажей — в габаритах окружающей застройки, без доминанты.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Озеленённые террасы на каждом ярусе балконов по всей длине фасада.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Раскрытие на горы: номера и общественные террасы ориентированы на панораму.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 выделена высоким портиком с круговым подъездом.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5678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С ПОДЗЕМНЫМ ЭТАЖОМ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зонирование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— ОБЩЕСТВЕННЫЙ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первого этажа — четверть всей площади комплекса — отданы функциям, которыми пользуются не только постояльцы.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стойка приёма: круговой подъезд, зона высадки, вестибюль двойной высоты.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 — работают на город, а не только на гостей гостиницы.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 для деловых мероприятий и городских событий.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блок: СПА и фитнес. Состав уточняется на стадии эскизного проекта.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ПЕРВОГО ЭТАЖА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5780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5678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ПЕРВОГО ЭТАЖА В НАДЗЕМНОЙ ПЛОЩАДИ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 отданы номерам: 12 693,32 м² чистой площади — 56,2 % надземной площади здания.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НОМЕРОВ, НЕТТО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566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4 533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9867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ПЛОЩАДЬ НОМЕРНОГО ЭТАЖА, БРУТТО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70001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— ПРЕДВАРИТЕЛЬНАЯ ОЦЕНКА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9560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– 450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номеров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132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от 12 693,32 м² чистой площади номеров при среднем номере 28–32 м². Точная ёмкость определяется планировками на стадии эскизного проекта.</a:t>
            </a:r>
            <a:endParaRPr lang="en-US" sz="900" dirty="0"/>
          </a:p>
        </p:txBody>
      </p:sp>
      <p:pic>
        <p:nvPicPr>
          <p:cNvPr id="16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номер: балкон на озеленённой ленте фасада, раскрытие на город и хребет.</a:t>
            </a:r>
            <a:endParaRPr lang="en-US" sz="800" dirty="0"/>
          </a:p>
        </p:txBody>
      </p:sp>
      <p:pic>
        <p:nvPicPr>
          <p:cNvPr id="1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и открытые пространства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ОТКРЫТЫ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остаётся 9 058,89 м² — 64,7 % участка. Это площадь под проезды, площадки и озеленение.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ВНЕ ПЯТНА ЗАСТРОЙКИ — 64,7 %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периметру: зелёная полоса отделяет застройку от границ участка и улицы.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 отдыха.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050" dirty="0"/>
          </a:p>
        </p:txBody>
      </p:sp>
      <p:pic>
        <p:nvPicPr>
          <p:cNvPr id="12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Въезды, проезды и хранение автомобилей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ВЪЕЗДА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УЧАСТКА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узла въезда: северо-восточный со стороны ул. Бухтарминской и юго-западный со стороны внутриквартального проезда. Оба вынесены от перекрёстка.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Рампа в подземный паркинг — в юго-западной части, уходит под основной корпус; на въезде шлагбаум.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 вынесены на западную кромку, вдоль улицы — гостевой транспорт не заезжает во двор.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вокруг застройки: подъезд ко всем входам, разгрузка и проезд пожарной техники.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42062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33425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9028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паркинг под основным корпусом и наземные гостевые места вдоль западной границы. Итоговое количество определяется расчётом по нормативу к утверждённой ёмкости номерного фонда.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4068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54406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12" name="Image 0" descr="/tmp/claude-0/-home-user-most/9fc1ec31-3c64-5a82-aadb-ddb23fff6e53/scratchpad/assets/plan_trans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узел: рампа в подземный паркинг под корпусом и ряд наземных гостевых мест вдоль улицы.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проработки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участка: 6,00 м с запада и юга, 3,00 м с северо-востока, 17,49 м с востока — вынесены на чертёж.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Этажность: 5 этажей по обоим корпусам, без превышения высотных отметок соседней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Пожарный проезд: замкнутый кольцевой проезд вокруг пятна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застройки: 35,3 % участка, коэффициент использования территории 1,61.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Озеленение: 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гостиниц,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обеспечение: 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Планировочные решения этажей и итоговая ёмкость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 к северу: подтвердить тип станции и установленный размер СЗЗ. На генплане прочерчена зона 50 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029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ПРОВЕРЯЕМЫЕ ГРАДОСТРОИТЕЛЬНЫМ СОВЕТОМ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98698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298698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1,61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90254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890254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2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Социально-экономический эффект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ГОРОДА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– 450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4 ЗВЕЗДЫ К ФОНДУ АЛМАТЫ (ОЦЕНКА)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– 315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 В ГОСТИНИЦЕ (ОЦЕНКА)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 С ПОДЗЕМНЫМ ЭТАЖОМ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42032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ранее неиспользуемого участка: свободная территория в деловом окружении получает капитальную функцию без сноса и расселения.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Круглогодичный турпоток: деловой сегмент зимой и осенью, горный и событийный туризм летом.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для района: рестораны и конференц-зона первого этажа работают на город, а не только на постояльцев.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общественного первого этажа — новая точка притяжения в квартале, доступная не только постояльцам.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42032"/>
            <a:ext cx="48582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907792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78648" y="2907792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3218688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3419856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78648" y="3419856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3730752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931920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78648" y="3931920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4242816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4443984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78648" y="4443984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4754880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4956048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срок ввода в эксплуатацию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78648" y="4956048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266944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подлежат уточнению после утверждения планировочных решений.</a:t>
            </a:r>
            <a:endParaRPr lang="en-US" sz="850" dirty="0"/>
          </a:p>
        </p:txBody>
      </p:sp>
      <p:pic>
        <p:nvPicPr>
          <p:cNvPr id="30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2026-08-28T18:35:42Z</dcterms:created>
  <dcterms:modified xsi:type="dcterms:W3CDTF">2026-08-28T18:35:42Z</dcterms:modified>
</cp:coreProperties>
</file>