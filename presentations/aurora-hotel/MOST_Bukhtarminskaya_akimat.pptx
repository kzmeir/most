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concept. Объект: гостиничный комплекс с бизнес-центром, ул. Бухтарминская, участок 1,4 га.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мысль: город ничего не теряет. Территория пустая, никого не сносим и не расселяем.
АЗС: подтвердить тип станции и установленный размер СЗЗ до градсовета.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намеренно без текста — картинка говорит сама, объяснение проговаривается устно.
Панорама хребта, которая открывается с участка, — исходная линия проекта: ломаная гряда в три шага сглаживается до горизонтальных лент перекрытий. Отсюда и отказ от высотности.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Конкретика посадки. Отступы вынесены на чертёж генплана от 31.08, не пересчитывались.
Отступ с северо-востока вырос с 3,00 до 15,33 м — если спросят про изменения, это главное улучшение посадки.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картинка вместо объяснений: первый этаж — общественная функция на город, выше — номера и офисы.
Зелёный: лобби, рестораны, конференц-залы, спа и фитнес, технические помещения — 4 483,04 м².
Жёлтый: номерной фонд, этажи 2–5 — 7 665,29 м², 280 номеров.
Бордовый: бизнес-центр, этажи 2–5 — 4 895,11 м².
Главный тезис для акимата: весь первый этаж работает на город, а не только на постояльцев.
На схеме бизнес-центр показан отдельным стаканом. Часть его площадей — около 2 000 м² — фактически лежит на верхних этажах гостиничного корпуса; на схеме это не выделено.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фасад.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Лобби-лаунж.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Ресторан.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Конференц-зал.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Переговорная.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Коворкинг.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Фитнес.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Номер.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Общественная терраса.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Бизнес-центр — новая функция в составе комплекса, для акимата это постоянные рабочие места вне сезона.
Этажность на рендере и на генплане совпадает: пять этажей.
Голубым на генплане показана только выступающая часть бизнес-центра — 866 м² пятна. Остальные примерно 2 000 м² он занимает на верхних этажах гостиничного корпуса, поэтому 4 895,11 м² по ТЭП сходятся. Если спросят, где остальной объём, — ответ такой.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 бизнес-центра.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Офисный этаж.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Вечерний вид.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Уровень архитектуры одним листом. Не зачитывать состав — назвать две-три позиции.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ТЭП сознательно стоят здесь, а не в начале: сначала история, потом цифры.
Готовность к вопросу: 22 415,20 = 5 этажей × 4 483,04. В ТЭП генплана стоит полезная площадь 17 043,44 (4 483,04 + 7 665,29 + 4 895,11) — она не включает коридоры, узлы и техпомещения. Разница 5 371,76 м². Показывать надо общую: полезную площадь на градсовете не рассматривают.
280 номеров = 7 665,29 чистых при среднем модуле 27,4 м². Диапазон по заданию 250–300 выдержан.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Технический слайд, вынесен в приложение, чтобы не тормозить историю.
Показывать по запросу или оставить в раздатке.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запроса к акимату проговариваются здесь: одобрить архитектурно-градостроительную концепцию, выдать АПЗ для перехода к эскизному проекту, определить технические условия на подключение к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презентация для акимата г. Алматы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и окружение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home/user/most/presentations/aurora-hotel/assets/situation_n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60120"/>
            <a:ext cx="6766560" cy="5074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144768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Синим — граница участка, красным — границы смежных землепользований.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987552"/>
            <a:ext cx="39895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Свободный участок 1,4 га на ул. Бухтарминской. Деловое и производственное окружение, жилая застройка не примыкает.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237744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35240" y="2578608"/>
            <a:ext cx="398952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Снос и расселение не требуются.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существующими проездами по всему периметру.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северу — действующая АЗС, зона 50 м на генплане.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635240" y="470916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892040"/>
            <a:ext cx="39895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5312664"/>
            <a:ext cx="39895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СВОБОДНАЯ ТЕРРИТОРИЯ В СТРУКТУРЕ ГОРОДА</a:t>
            </a:r>
            <a:endParaRPr lang="en-US" sz="800" dirty="0"/>
          </a:p>
        </p:txBody>
      </p:sp>
      <p:pic>
        <p:nvPicPr>
          <p:cNvPr id="1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выведена из силуэта Заилийского Алатау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pic>
        <p:nvPicPr>
          <p:cNvPr id="5" name="Image 0" descr="/home/user/most/presentations/aurora-hotel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home/user/most/presentations/aurora-hotel/assets/genplan_n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445" y="1097280"/>
            <a:ext cx="6052279" cy="5212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03720" y="1051560"/>
            <a:ext cx="4721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903720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ЗАПАД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083982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15,33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083982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СЕВЕРО-ВОСТОК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9264244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17,49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9264244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ВОСТОК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10444505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0444505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ЮГ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6903720" y="214884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03720" y="2350008"/>
            <a:ext cx="4721047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корпус вытянут вдоль участка и раскрыт во внутренний двор; бизнес-центр замыкает композицию с юго-востока.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застройки: подъезд ко всем входам и разворот пожарной техники.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Наземные стоянки вынесены на периметр и во внутренний двор, вне пятна застройки.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границами.</a:t>
            </a:r>
            <a:endParaRPr lang="en-US" sz="1100" dirty="0"/>
          </a:p>
        </p:txBody>
      </p:sp>
      <p:pic>
        <p:nvPicPr>
          <p:cNvPr id="17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ЗОНИРОВАНИЕ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Распределение функций по этажам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</a:t>
            </a:r>
            <a:endParaRPr lang="en-US" sz="950" dirty="0"/>
          </a:p>
        </p:txBody>
      </p:sp>
      <p:pic>
        <p:nvPicPr>
          <p:cNvPr id="5" name="Image 0" descr="/home/user/most/presentations/aurora-hotel/assets/zon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_gr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ЛОББИ-ЛАУНЖ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estaura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nferen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КОНФЕРЕНЦ-ЗАЛ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oard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ПЕРЕГОВОРНАЯ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work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КОВОРКИНГ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gy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ФИТНЕС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terr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ОБЩЕСТВЕННАЯ ТЕРРАСА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БИЗНЕС-ЦЕНТРА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offi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ОФИСНЫЙ ЭТАЖ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nigh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ВЕЧЕРНИЙ ВИД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materia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348" y="0"/>
            <a:ext cx="10287000" cy="6858000"/>
          </a:xfrm>
          <a:prstGeom prst="rect">
            <a:avLst/>
          </a:prstGeom>
        </p:spPr>
      </p:pic>
      <p:pic>
        <p:nvPicPr>
          <p:cNvPr id="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параметры проекта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УЧАСТКА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8698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298698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КОМПЛЕКСА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094476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094476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КАТЕГОРИИ 4 ЗВЕЗДЫ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890254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890254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НАДЗЕМНАЯ ПЛОЩАДЬ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743200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926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застройки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4 981,16 м²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926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35,6 % участка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23697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3558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1-го этажа — общественные функции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3355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4 483,04 м²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33558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20,0 % надземной площади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66674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378561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фонд, нетто (этажи 2–5)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7856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7 665,29 м²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7856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 номеров, средний модуль 27,4 м²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09651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21538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Бизнес-центр, нетто (этажи 2–5)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897880" y="42153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4 895,11 м²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42153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21,8 % надземной площади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452628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46451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Коридоры, узлы и техпомещения (расчётно)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4645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5 371,76 м²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458200" y="46451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этажа 0,70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495604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" y="5074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Надземная часть, всего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22 415,20 м²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5074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коэф. использования территории 1,60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385816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02920" y="55046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Машино-места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897880" y="5504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м/м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458200" y="5504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чертежу генплана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81558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2920" y="603504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Строка с пометкой «расчётно» получена расчётом бюро: в ТЭП генплана указана только полезная площадь.</a:t>
            </a:r>
            <a:endParaRPr lang="en-US" sz="800" dirty="0"/>
          </a:p>
        </p:txBody>
      </p:sp>
      <p:pic>
        <p:nvPicPr>
          <p:cNvPr id="43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нормам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границ: 6,00 м с запада и юга, 15,33 м с северо-востока, 17,49 м с востока.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5 этажей по гостиничному корпусу и бизнес-центру, без превышения отметок соседней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Замкнутый кольцевой пожарный проезд вокруг пятна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 35,6 %, коэффициент использования территории 1,60.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28816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28816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Санитарно-защитная зона действующей АЗС: подтвердить тип станции и установленный размер СЗЗ. На генплане прочерчена зона 50 м.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раздельно для гостиницы и бизнес-центра; на генплане предусмотрено 102 наземных места.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Состав технических и хозяйственных помещений первого этажа уточняется на стадии эскизного проекта.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Технические условия на воду, канализацию, тепло и электроснабжение; расчёты инсоляции и шума.</a:t>
            </a:r>
            <a:endParaRPr lang="en-US" sz="1050" dirty="0"/>
          </a:p>
        </p:txBody>
      </p:sp>
      <p:pic>
        <p:nvPicPr>
          <p:cNvPr id="11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2026-08-31T10:05:16Z</dcterms:created>
  <dcterms:modified xsi:type="dcterms:W3CDTF">2026-08-31T10:05:16Z</dcterms:modified>
</cp:coreProperties>
</file>